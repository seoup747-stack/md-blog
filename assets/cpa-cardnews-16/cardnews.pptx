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76" r:id="rId2"/>
    <p:sldId id="377" r:id="rId3"/>
    <p:sldId id="378" r:id="rId4"/>
    <p:sldId id="379" r:id="rId5"/>
    <p:sldId id="380" r:id="rId6"/>
    <p:sldId id="381" r:id="rId7"/>
    <p:sldId id="382" r:id="rId8"/>
    <p:sldId id="38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61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건설업 기업진단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무엇을 보는 절차일까?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장부상 자본금과 실질자본금은 다를 수 있습니다.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등록기준 충족 여부를 진단기준에 따라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계정과목 이름보다 실질과 증빙이 중요합니다.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진단기준일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실질자산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실질부채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 자본 5억원이라도 부실자산이 2억원이면 결과가 달라짐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예금·채권·가지급금 등 계정별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진단 전 임의 자금이동은 위험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2026-10-16T13:15:51Z</dcterms:modified>
</cp:coreProperties>
</file>