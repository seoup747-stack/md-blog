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200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법인 명의 부동산 취득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장점과 단점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법인 명의가 항상 절세는 아닙니다.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취득-보유-임대-매각-자금회수까지 전 생애 세금을 봐야 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개인 사용 가능성이 있으면 리스크가 더 커집니다.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법인세·부가세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배당·청산 시 자금회수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매입가만 비교하지 말고 5~10년 총세부담 비교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대출·담보·상속승계 효과도 검토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사업목적과 맞는 보유주체 선택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2026-10-16T13:15:38Z</dcterms:modified>
</cp:coreProperties>
</file>