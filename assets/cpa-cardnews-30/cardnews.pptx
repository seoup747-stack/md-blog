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88" r:id="rId2"/>
    <p:sldId id="489" r:id="rId3"/>
    <p:sldId id="490" r:id="rId4"/>
    <p:sldId id="491" r:id="rId5"/>
    <p:sldId id="492" r:id="rId6"/>
    <p:sldId id="493" r:id="rId7"/>
    <p:sldId id="494" r:id="rId8"/>
    <p:sldId id="495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381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회계감사에서 자주 발견되는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오류 10가지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감사 오류는 대부분 기본 대사와 기간귀속에서 시작합니다.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증빙이 있어도 회계기간과 평가가 틀리면 수정이 필요합니다.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결산 전 자체 점검으로 상당 부분 예방할 수 있습니다.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매출 cutoff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채권·재고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충당부채·감가상각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①매출기간귀속 ②매입누락 ③채권대손 ④재고평가 ⑤재고실사 ⑥감가상각 ⑦충당부채 ⑧리스 ⑨특수관계 ⑩현금대사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계정별 감사체크리스트 운영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수정분개 원인까지 기록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30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2026-10-16T13:16:24Z</dcterms:modified>
</cp:coreProperties>
</file>