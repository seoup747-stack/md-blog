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68" r:id="rId2"/>
    <p:sldId id="369" r:id="rId3"/>
    <p:sldId id="370" r:id="rId4"/>
    <p:sldId id="371" r:id="rId5"/>
    <p:sldId id="372" r:id="rId6"/>
    <p:sldId id="373" r:id="rId7"/>
    <p:sldId id="374" r:id="rId8"/>
    <p:sldId id="37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60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상속세 신고 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반드시 확인할 10가지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상속세는 재산 누락과 평가 오류가 가장 큰 위험입니다.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사전증여와 명의재산도 확인해야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신고기한보다 자료수집을 먼저 시작하세요.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재산·채무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사전증여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평가·공제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①부동산 ②예금 ③주식 ④보험 ⑤퇴직금 ⑥채무 ⑦사전증여 ⑧명의재산 ⑨공제 ⑩납부재원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재산별 평가근거 파일화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 낼 현금까지 미리 계획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2026-10-16T13:15:49Z</dcterms:modified>
</cp:coreProperties>
</file>