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56" r:id="rId2"/>
    <p:sldId id="457" r:id="rId3"/>
    <p:sldId id="458" r:id="rId4"/>
    <p:sldId id="459" r:id="rId5"/>
    <p:sldId id="460" r:id="rId6"/>
    <p:sldId id="461" r:id="rId7"/>
    <p:sldId id="462" r:id="rId8"/>
    <p:sldId id="463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84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결산 전에 대표자가 확인해야 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체크리스트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결산은 세금 계산만 하는 절차가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장부와 실제 자산·부채가 맞는지 확인해야 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 관련 계정은 특히 조기에 정리합니다.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가지급금·가수금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재고·채권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미지급·충당금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통장잔액 대사, 미수금 회수가능성, 재고실사, 대표자 계정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 누락 점검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결산 후 수정하기 어려운 항목부터 처리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2026-10-16T13:16:15Z</dcterms:modified>
</cp:coreProperties>
</file>