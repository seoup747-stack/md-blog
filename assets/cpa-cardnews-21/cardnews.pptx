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16" r:id="rId2"/>
    <p:sldId id="417" r:id="rId3"/>
    <p:sldId id="418" r:id="rId4"/>
    <p:sldId id="419" r:id="rId5"/>
    <p:sldId id="420" r:id="rId6"/>
    <p:sldId id="421" r:id="rId7"/>
    <p:sldId id="422" r:id="rId8"/>
    <p:sldId id="42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0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건설업 자본금이 부족하면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어떻게 보완할까?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단순히 통장에 돈을 넣는 것과 자본확충은 다릅니다.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증자·이익유보·부실자산 회수 등 실질적 개선이 필요합니다.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기준일 직전 임시 차입은 오히려 위험할 수 있습니다.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부족 원인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증자 가능성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부실자산 회수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필요 실질자본 3.5억, 예상 3.1억이라면 부족 0.4억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원인 계정부터 찾아 보완방식 결정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증자 시 상법 절차와 자금출처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2026-10-16T13:16:04Z</dcterms:modified>
</cp:coreProperties>
</file>