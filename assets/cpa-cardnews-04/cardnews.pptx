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  <p:sldId id="287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0482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대표이사 퇴직금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어디까지 비용처리가 가능할까?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회사 지급액과 세법상 손금 인정액은 같지 않을 수 있습니다.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정관·주총 결의·임원퇴직금 규정을 먼저 확인합니다.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과도한 지급액은 손금불산입 및 근로소득 이슈가 생길 수 있습니다.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정관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퇴직금 지급규정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근속기간·보수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퇴직금 산정액 3억원이라도 전액 손금이라는 뜻은 아님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세법상 한도와 회사 규정을 함께 검토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지급 전 시뮬레이션 권장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2026-10-16T13:15:23Z</dcterms:modified>
</cp:coreProperties>
</file>