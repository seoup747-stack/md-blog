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05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부동산을 자녀에게 증여할 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세금 계산방법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증여세는 증여재산가액에서 공제 등을 반영해 계산합니다.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부동산 평가는 시가 원칙과 보충적 평가를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취득세와 향후 양도세까지 함께 봐야 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증여일 현재 가치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증여재산공제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최근 10년 증여내역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아파트 10억원 증여 시 단순 세율만 곱하면 안 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채무 승계가 있으면 부담부증여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부모 양도세와 자녀 증여세·취득세를 함께 계산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2026-10-16T13:15:43Z</dcterms:modified>
</cp:coreProperties>
</file>