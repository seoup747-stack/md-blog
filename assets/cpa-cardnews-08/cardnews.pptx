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  <p:sldId id="319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1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법인 설립 전에 대표자가 사용한 비용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회사가 부담할 수 있을까?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대표자가 썼다는 이유만으로 자동으로 회사 비용이 되지는 않습니다.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설립비용인지 사업준비비인지 성격을 구분해야 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계약·증빙·회사 귀속 여부가 핵심입니다.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 당사자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정관·설립절차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세금계산서·이체내역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대표자가 설립 전 7천만원을 지급한 사례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회사에 귀속된 자산·용역인지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회사 부담 가능성과 회계처리를 함께 검토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2026-10-16T13:15:33Z</dcterms:modified>
</cp:coreProperties>
</file>