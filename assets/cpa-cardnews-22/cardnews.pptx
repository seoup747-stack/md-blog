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424" r:id="rId2"/>
    <p:sldId id="425" r:id="rId3"/>
    <p:sldId id="426" r:id="rId4"/>
    <p:sldId id="427" r:id="rId5"/>
    <p:sldId id="428" r:id="rId6"/>
    <p:sldId id="429" r:id="rId7"/>
    <p:sldId id="430" r:id="rId8"/>
    <p:sldId id="431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0835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22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재무제표에서 위험한 회사를 찾는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5가지 방법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22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이익만 보면 위험 신호를 놓칠 수 있습니다.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현금흐름·채권·재고·부채를 함께 봅니다.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여러 해 추세 비교가 중요합니다.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22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영업현금흐름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매출채권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차입금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22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22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①지속적 음(-)의 영업현금 ②채권 급증 ③재고 급증 ④단기차입 급증 ⑤자본잠식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동종업계와 비교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일회성 숫자보다 3개년 추세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22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22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22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2026-10-16T13:16:06Z</dcterms:modified>
</cp:coreProperties>
</file>