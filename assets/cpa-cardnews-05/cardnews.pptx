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1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법인 대표자 급여와 배당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어느 쪽이 유리할까?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급여와 배당은 과세 구조가 다릅니다.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급여는 법인 비용 가능성이 있지만 근로소득세·보험 부담이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배당은 법인 비용이 아니며 금융소득 과세를 검토합니다.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 이익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 다른 소득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4대보험·금융소득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같은 1억원을 인출해도 순수령액이 달라질 수 있음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급여·상여·배당 혼합 시나리오 비교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법인세와 개인세를 합산해 판단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2026-10-16T13:15:26Z</dcterms:modified>
</cp:coreProperties>
</file>