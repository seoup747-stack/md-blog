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08" r:id="rId2"/>
    <p:sldId id="409" r:id="rId3"/>
    <p:sldId id="410" r:id="rId4"/>
    <p:sldId id="411" r:id="rId5"/>
    <p:sldId id="412" r:id="rId6"/>
    <p:sldId id="413" r:id="rId7"/>
    <p:sldId id="414" r:id="rId8"/>
    <p:sldId id="41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936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가지급금이 건설업 기업진단에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미치는 영향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가지급금은 실질자본금 산정에서 불리하게 작용할 수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 관련 계정은 발생원인과 회수 여부를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결산 직전 형식적 정리는 위험합니다.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 원인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상환 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업무관련성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장부상 자산 2억원 가지급금이 실질자산에서 제외되면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실질자본금이 그만큼 감소할 수 있음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사전에 합법적·실질적 해소계획 수립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2026-10-16T13:16:01Z</dcterms:modified>
</cp:coreProperties>
</file>