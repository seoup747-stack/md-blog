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48" r:id="rId2"/>
    <p:sldId id="449" r:id="rId3"/>
    <p:sldId id="450" r:id="rId4"/>
    <p:sldId id="451" r:id="rId5"/>
    <p:sldId id="452" r:id="rId6"/>
    <p:sldId id="453" r:id="rId7"/>
    <p:sldId id="454" r:id="rId8"/>
    <p:sldId id="455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14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부채비율이 높으면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은행대출에 어떤 영향을 줄까?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은행은 부채비율 하나만 보지 않습니다.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현금흐름·담보·이자상환능력·신용도 등을 종합평가합니다.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재무구조 개선은 결산 직전에만 할 일이 아닙니다.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부채비율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이자보상능력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영업현금흐름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부채비율 상승+영업현금 악화가 동시에 나타나면 부담 확대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단기차입의 장기화 여부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대출 신청 전 재무제표 설명자료 준비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2026-10-16T13:16:13Z</dcterms:modified>
</cp:coreProperties>
</file>