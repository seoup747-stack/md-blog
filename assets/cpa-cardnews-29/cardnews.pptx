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480" r:id="rId2"/>
    <p:sldId id="481" r:id="rId3"/>
    <p:sldId id="482" r:id="rId4"/>
    <p:sldId id="483" r:id="rId5"/>
    <p:sldId id="484" r:id="rId6"/>
    <p:sldId id="485" r:id="rId7"/>
    <p:sldId id="486" r:id="rId8"/>
    <p:sldId id="487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417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근로시간 단축지원금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2026년 신청방법과 요건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2026년 워라밸일자리 장려금은 소정근로시간 단축 사업주를 지원합니다.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우선지원대상기업·중견기업 등 요건을 확인합니다.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전자적 근태관리와 신청기한 관리가 중요합니다.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단축 전 근로시간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단축 후 근로시간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근태·임금 자료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소정근로시간 단축제: 근로자 1명당 월 30만원, 최대 1년(요건 충족 시)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임금감소액 보전금은 별도 요건 시 월 20만원 가능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2026년 공식 공고·고시 기준으로 신청 전 재확인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29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2026-10-16T13:16:21Z</dcterms:modified>
</cp:coreProperties>
</file>