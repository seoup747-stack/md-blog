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472" r:id="rId2"/>
    <p:sldId id="473" r:id="rId3"/>
    <p:sldId id="474" r:id="rId4"/>
    <p:sldId id="475" r:id="rId5"/>
    <p:sldId id="476" r:id="rId6"/>
    <p:sldId id="477" r:id="rId7"/>
    <p:sldId id="478" r:id="rId8"/>
    <p:sldId id="479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7830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중소기업이 놓치기 쉬운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정부지원금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지원금은 업종·규모·고용상태에 따라 달라집니다.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지원요건과 중복수급 제한을 먼저 확인합니다.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공고가 바뀌므로 신청 시점의 공식자료를 확인하세요.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고용장려금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R&amp;D·수출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정책자금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지원금 이름보다 우리 회사의 변화부터 정리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채용·근로시간·설비투자·수출 계획별 검색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신청기한과 사후의무를 캘린더화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28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2026-10-16T13:16:19Z</dcterms:modified>
</cp:coreProperties>
</file>