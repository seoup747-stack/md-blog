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84" r:id="rId2"/>
    <p:sldId id="385" r:id="rId3"/>
    <p:sldId id="386" r:id="rId4"/>
    <p:sldId id="387" r:id="rId5"/>
    <p:sldId id="388" r:id="rId6"/>
    <p:sldId id="389" r:id="rId7"/>
    <p:sldId id="390" r:id="rId8"/>
    <p:sldId id="391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15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건설업 실질자본금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어떻게 계산할까?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핵심은 실질자산에서 실질부채를 차감하는 구조입니다.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모든 장부자산이 실질자산으로 인정되는 것은 아닙니다.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업종별 등록기준과 진단기준일을 확인합니다.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실질자산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실질부채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겸업자산 조정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장부자산 10억-부실·겸업 3억=검토대상 실질자산 7억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실질부채를 차감해 실질자본 산정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업종별 기준 충족 여부 판단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2026-10-16T13:15:54Z</dcterms:modified>
</cp:coreProperties>
</file>