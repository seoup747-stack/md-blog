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36" r:id="rId2"/>
    <p:sldId id="337" r:id="rId3"/>
    <p:sldId id="338" r:id="rId4"/>
    <p:sldId id="339" r:id="rId5"/>
    <p:sldId id="340" r:id="rId6"/>
    <p:sldId id="341" r:id="rId7"/>
    <p:sldId id="342" r:id="rId8"/>
    <p:sldId id="34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1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법인 부동산을 대표자가 사용하면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어떤 문제가 생길까?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회사 자산의 사적 사용은 세무상 민감합니다.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업무관련성 없는 비용은 손금 인정이 제한될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대표자에게 경제적 이익이 귀속되면 소득처분 이슈가 생길 수 있습니다.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사용 목적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임대료 지급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관리비·수선비 부담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 소유 주택을 대표자가 무상 사용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적정 사용대가와 회사 비용의 업무관련성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급여·상여 등 소득처분 가능성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2026-10-16T13:15:41Z</dcterms:modified>
</cp:coreProperties>
</file>