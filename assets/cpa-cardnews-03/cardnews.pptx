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1713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대표이사 가지급금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방치하면 어떤 문제가 생길까?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가지급금은 단순한 임시계정이 아닙니다.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인정이자·지급이자 손금불산입 등 세무 부담이 커질 수 있습니다.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회수 가능성과 업무관련성을 매 결산 점검해야 합니다.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발생 원인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 사용 여부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회수계획·증빙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가지급금 2억원을 장기간 방치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인정이자 및 법인세 조정 이슈 발생 가능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상환·급여·배당 등 해소방법별 세부담 비교 필요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2026-10-16T13:15:21Z</dcterms:modified>
</cp:coreProperties>
</file>