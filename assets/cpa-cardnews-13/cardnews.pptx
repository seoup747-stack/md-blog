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52" r:id="rId2"/>
    <p:sldId id="353" r:id="rId3"/>
    <p:sldId id="354" r:id="rId4"/>
    <p:sldId id="355" r:id="rId5"/>
    <p:sldId id="356" r:id="rId6"/>
    <p:sldId id="357" r:id="rId7"/>
    <p:sldId id="358" r:id="rId8"/>
    <p:sldId id="359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07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상속재산 10억·20억·30억원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상속세는 얼마나 다를까?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상속세는 재산총액만으로 결정되지 않습니다.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배우자·자녀 수, 채무, 사전증여, 공제에 따라 크게 달라집니다.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단순 금액 비교는 가정조건을 명확히 해야 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배우자 존재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채무·장례비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사전증여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10억·20억·30억 각각 동일 가족조건으로 비교해야 의미가 있음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부동산 평가액 변화가 세액을 크게 바꿀 수 있음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 전 재산목록과 공제항목부터 확정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2026-10-16T13:15:45Z</dcterms:modified>
</cp:coreProperties>
</file>