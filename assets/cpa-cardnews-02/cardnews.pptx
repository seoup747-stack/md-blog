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471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자기주식 소각 시 주주에게 발생하는 세금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소각대금은 전부 배당일까?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자기주식 취득과 소각은 단계별로 봐야 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주주가 받은 대가와 주식 취득가액의 차이가 핵심입니다.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 당시 거래 성격까지 함께 검토해야 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 시점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소각 결의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주주별 취득가액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주주가 1억원에 취득한 주식을 3억원에 회사가 취득 후 소각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소각 관련 의제배당 계산 가능성 검토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 단계의 양도소득 과세와 중복 여부도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2026-10-16T13:15:19Z</dcterms:modified>
</cp:coreProperties>
</file>