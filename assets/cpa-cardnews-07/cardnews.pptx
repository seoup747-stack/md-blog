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04" r:id="rId2"/>
    <p:sldId id="305" r:id="rId3"/>
    <p:sldId id="306" r:id="rId4"/>
    <p:sldId id="307" r:id="rId5"/>
    <p:sldId id="308" r:id="rId6"/>
    <p:sldId id="309" r:id="rId7"/>
    <p:sldId id="310" r:id="rId8"/>
    <p:sldId id="311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24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가족법인 설립 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확인해야 할 세금 7가지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가족법인은 지분만 나누면 끝나는 구조가 아닙니다.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출자자금의 출처와 주식가치 이동을 봐야 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특수관계인 거래는 시가와 업무관련성이 중요합니다.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출자자금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지분율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급여·배당·대여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①자금출처 ②증여 ③배당 ④급여 ⑤부동산 ⑥특수관계 거래 ⑦주식가치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초기 지분설계가 향후 세금에 큰 영향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설립 전 가족별 자금흐름표 작성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2026-10-16T13:15:31Z</dcterms:modified>
</cp:coreProperties>
</file>