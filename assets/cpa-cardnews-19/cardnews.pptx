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00" r:id="rId2"/>
    <p:sldId id="401" r:id="rId3"/>
    <p:sldId id="402" r:id="rId4"/>
    <p:sldId id="403" r:id="rId5"/>
    <p:sldId id="404" r:id="rId6"/>
    <p:sldId id="405" r:id="rId7"/>
    <p:sldId id="406" r:id="rId8"/>
    <p:sldId id="407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15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건설업 예금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통장 잔액이면 모두 실질자산일까?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예금 잔액만으로 판단하지 않습니다.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진단기준일 전후 자금흐름과 출처를 확인할 수 있습니다.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일시 차입금 등으로 만든 잔액은 주의가 필요합니다.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예금 보유기간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입출금 내역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자금 출처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기준일 직전 큰 금액 입금 후 곧바로 출금된 경우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거래원인과 상대계좌 확인 필요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예금잔액증명서만으로 끝나지 않을 수 있음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2026-10-16T13:15:59Z</dcterms:modified>
</cp:coreProperties>
</file>