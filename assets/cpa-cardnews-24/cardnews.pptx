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40" r:id="rId2"/>
    <p:sldId id="441" r:id="rId3"/>
    <p:sldId id="442" r:id="rId4"/>
    <p:sldId id="443" r:id="rId5"/>
    <p:sldId id="444" r:id="rId6"/>
    <p:sldId id="445" r:id="rId7"/>
    <p:sldId id="446" r:id="rId8"/>
    <p:sldId id="447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04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대표자가 반드시 봐야 하는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재무비율 5개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비율은 숫자의 경고등입니다.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한 개 비율보다 추세와 업종 비교가 중요합니다.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재무비율은 의사결정 질문으로 연결해야 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유동비율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부채비율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영업이익률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①유동비율 ②부채비율 ③영업이익률 ④ROA ⑤영업현금흐름/매출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전년 대비 악화 이유를 질문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은행·투자자 관점도 함께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2026-10-16T13:16:11Z</dcterms:modified>
</cp:coreProperties>
</file>