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1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기업진단에서 인정되지 않는 자산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대표적인 7가지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장부에 있다고 모두 실질자산은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회수 가능성과 실제 보유 여부가 핵심입니다.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가공·부실·겸업 관련 자산은 특히 주의합니다.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회수곤란채권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가공예금·허위자산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①가지급금 ②대여금 ③장기미수금 ④가공예금 ⑤회수곤란채권 ⑥겸업자산 ⑦증빙불충분 자산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각 항목은 사실관계에 따라 판단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결산 전에 증빙과 회수가능성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2026-10-16T13:15:56Z</dcterms:modified>
</cp:coreProperties>
</file>